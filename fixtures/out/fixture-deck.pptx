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notes: say hello, set the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the bullet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notes: this is the line to comment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Vault Scope Fixture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Five slides, speaker notes, a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  <a:p>
            <a:r>
              <a:t>Third bullet with more words in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Backups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Remember the CIA triad is not a checklist. Instead it is a way of asking three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Last slide, no speaker notes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